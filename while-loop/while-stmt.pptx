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CAF1D-7F30-44C9-A006-AC33471EDA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1EF17-D17A-41BB-90AE-863A3639F94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8E3DC-0B46-48CA-85FC-1799844C0218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28601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FE33-2A8A-4424-BF8F-791DCE234B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1E0-2BF5-4247-B459-67B4FC2AED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FE33-2A8A-4424-BF8F-791DCE234B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1E0-2BF5-4247-B459-67B4FC2AED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FE33-2A8A-4424-BF8F-791DCE234B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1E0-2BF5-4247-B459-67B4FC2AED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FE33-2A8A-4424-BF8F-791DCE234B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1E0-2BF5-4247-B459-67B4FC2AED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FE33-2A8A-4424-BF8F-791DCE234B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1E0-2BF5-4247-B459-67B4FC2AED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FE33-2A8A-4424-BF8F-791DCE234B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1E0-2BF5-4247-B459-67B4FC2AED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FE33-2A8A-4424-BF8F-791DCE234B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1E0-2BF5-4247-B459-67B4FC2AED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FE33-2A8A-4424-BF8F-791DCE234B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1E0-2BF5-4247-B459-67B4FC2AED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FE33-2A8A-4424-BF8F-791DCE234B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1E0-2BF5-4247-B459-67B4FC2AED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FE33-2A8A-4424-BF8F-791DCE234B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1E0-2BF5-4247-B459-67B4FC2AED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FE33-2A8A-4424-BF8F-791DCE234B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91E0-2BF5-4247-B459-67B4FC2AED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4FE33-2A8A-4424-BF8F-791DCE234B3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D91E0-2BF5-4247-B459-67B4FC2AED2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928794" y="357166"/>
            <a:ext cx="6357982" cy="7143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itchFamily="18" charset="-127"/>
                <a:cs typeface="Times New Roman" panose="02020603050405020304" pitchFamily="18" charset="0"/>
              </a:rPr>
              <a:t>while loop - programs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1" name="Rectangle 1"/>
          <p:cNvSpPr>
            <a:spLocks noChangeArrowheads="1"/>
          </p:cNvSpPr>
          <p:nvPr/>
        </p:nvSpPr>
        <p:spPr bwMode="auto">
          <a:xfrm>
            <a:off x="323528" y="2554451"/>
            <a:ext cx="8352928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the natural numbers up to n</a:t>
            </a:r>
          </a:p>
          <a:p>
            <a:pPr marL="514350" marR="0" lvl="0" indent="-5143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even numbers up to n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odd numbers up to n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sum of natural numbers up to n</a:t>
            </a: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51720" y="1340768"/>
            <a:ext cx="5520676" cy="5715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 AVERAGE PROGRAMS</a:t>
            </a:r>
          </a:p>
        </p:txBody>
      </p:sp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259632" y="78313"/>
            <a:ext cx="6357982" cy="7143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itchFamily="18" charset="-127"/>
                <a:cs typeface="Times New Roman" panose="02020603050405020304" pitchFamily="18" charset="0"/>
              </a:rPr>
              <a:t>while loop - programs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1" name="Rectangle 1"/>
          <p:cNvSpPr>
            <a:spLocks noChangeArrowheads="1"/>
          </p:cNvSpPr>
          <p:nvPr/>
        </p:nvSpPr>
        <p:spPr bwMode="auto">
          <a:xfrm>
            <a:off x="334166" y="1964353"/>
            <a:ext cx="8630321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51435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sum of odd numbers up to n</a:t>
            </a:r>
          </a:p>
          <a:p>
            <a:pPr marL="514350" indent="-51435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sum of even numbers up to n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natural numbers up to n in reverse order.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print Fibonacci series up to n</a:t>
            </a:r>
          </a:p>
          <a:p>
            <a:pPr marL="514350" lvl="0" indent="-514350">
              <a:buFont typeface="+mj-lt"/>
              <a:buAutoNum type="arabicPeriod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 find a factorial of given number</a:t>
            </a: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835696" y="999444"/>
            <a:ext cx="4929222" cy="5715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PROGRAMS</a:t>
            </a:r>
          </a:p>
        </p:txBody>
      </p:sp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260772" y="368945"/>
            <a:ext cx="6357982" cy="7143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itchFamily="18" charset="-127"/>
                <a:cs typeface="Times New Roman" panose="02020603050405020304" pitchFamily="18" charset="0"/>
              </a:rPr>
              <a:t>while loop - programs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1" name="Rectangle 1"/>
          <p:cNvSpPr>
            <a:spLocks noChangeArrowheads="1"/>
          </p:cNvSpPr>
          <p:nvPr/>
        </p:nvSpPr>
        <p:spPr bwMode="auto">
          <a:xfrm>
            <a:off x="323528" y="2520071"/>
            <a:ext cx="8463314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check the entered number is prime or not</a:t>
            </a:r>
          </a:p>
          <a:p>
            <a:pPr marL="514350" lvl="0" indent="-514350" algn="just">
              <a:buFont typeface="+mj-lt"/>
              <a:buAutoNum type="arabicPeriod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find the sum of digits of given number</a:t>
            </a:r>
          </a:p>
          <a:p>
            <a:pPr marL="514350" lvl="0" indent="-514350" algn="just">
              <a:buFont typeface="+mj-lt"/>
              <a:buAutoNum type="arabicPeriod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check the entered  number is palindrome or not</a:t>
            </a:r>
          </a:p>
          <a:p>
            <a:pPr marL="514350" lvl="0" indent="-514350" algn="just">
              <a:buFont typeface="+mj-lt"/>
              <a:buAutoNum type="arabicPeriod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reverse the given number.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3648" y="1515946"/>
            <a:ext cx="6072230" cy="5715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 AVERAGE PROGRAMS</a:t>
            </a:r>
          </a:p>
        </p:txBody>
      </p:sp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260772" y="368945"/>
            <a:ext cx="6357982" cy="7143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itchFamily="18" charset="-127"/>
                <a:cs typeface="Times New Roman" panose="02020603050405020304" pitchFamily="18" charset="0"/>
              </a:rPr>
              <a:t>while loop - programs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1" name="Rectangle 1"/>
          <p:cNvSpPr>
            <a:spLocks noChangeArrowheads="1"/>
          </p:cNvSpPr>
          <p:nvPr/>
        </p:nvSpPr>
        <p:spPr bwMode="auto">
          <a:xfrm>
            <a:off x="208106" y="2520071"/>
            <a:ext cx="8463314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print the multiplication table</a:t>
            </a:r>
          </a:p>
          <a:p>
            <a:pPr marL="457200" lvl="0" indent="-457200" algn="just">
              <a:buFont typeface="+mj-lt"/>
              <a:buAutoNum type="arabicPeriod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print the largest of n numbers</a:t>
            </a:r>
          </a:p>
          <a:p>
            <a:pPr marL="457200" lvl="0" indent="-457200" algn="just">
              <a:buFont typeface="+mj-lt"/>
              <a:buAutoNum type="arabicPeriod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print smallest of 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3648" y="1515946"/>
            <a:ext cx="6072230" cy="5715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 AVERAGE PROGRAMS</a:t>
            </a:r>
          </a:p>
        </p:txBody>
      </p:sp>
    </p:spTree>
    <p:extLst>
      <p:ext uri="{BB962C8B-B14F-4D97-AF65-F5344CB8AC3E}">
        <p14:creationId xmlns:p14="http://schemas.microsoft.com/office/powerpoint/2010/main" xmlns="" val="251002983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On-screen Show (4:3)</PresentationFormat>
  <Paragraphs>37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Sonali</dc:creator>
  <cp:lastModifiedBy>Sonali</cp:lastModifiedBy>
  <cp:revision>1</cp:revision>
  <dcterms:created xsi:type="dcterms:W3CDTF">2026-07-24T08:54:24Z</dcterms:created>
  <dcterms:modified xsi:type="dcterms:W3CDTF">2026-07-24T08:55:20Z</dcterms:modified>
</cp:coreProperties>
</file>