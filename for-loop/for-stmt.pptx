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7F491-4C6D-4A15-93B9-26F6C04ABB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7B3D0-3B6B-430B-A4F0-7FF4830182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95536" y="1628800"/>
            <a:ext cx="853418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the natural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even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print odd numbers up to n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that prints  1 2 4 8 16 32 … n</a:t>
            </a:r>
            <a:r>
              <a:rPr kumimoji="0" lang="en-US" sz="2400" b="1" i="0" u="none" strike="noStrike" cap="none" normalizeH="0" baseline="3000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sum the given sequence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 + 1/ 1! + 1/ 2! + 1/3! + ….  + 1/n!</a:t>
            </a: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9CEA5D-6184-F68B-06D7-4095282B57AC}"/>
              </a:ext>
            </a:extLst>
          </p:cNvPr>
          <p:cNvSpPr txBox="1">
            <a:spLocks/>
          </p:cNvSpPr>
          <p:nvPr/>
        </p:nvSpPr>
        <p:spPr>
          <a:xfrm>
            <a:off x="1857356" y="285728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9552" y="1268760"/>
            <a:ext cx="806489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Write a PYTHON program to compute the cosine series</a:t>
            </a: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cos(x) = 1 –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2! +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4! –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6! + … x</a:t>
            </a:r>
            <a:r>
              <a:rPr lang="pt-BR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n!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Write a short PYTHON program to check weather the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square root of number is prime or  not.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Write a PYTHON program to produce following design</a:t>
            </a: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B C </a:t>
            </a:r>
          </a:p>
          <a:p>
            <a:pPr algn="just"/>
            <a:endParaRPr kumimoji="0" lang="pt-BR" sz="2400" b="1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en-US" sz="2400" b="1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A1FA05-7FAD-C680-DED1-DF3C4F845553}"/>
              </a:ext>
            </a:extLst>
          </p:cNvPr>
          <p:cNvSpPr txBox="1">
            <a:spLocks/>
          </p:cNvSpPr>
          <p:nvPr/>
        </p:nvSpPr>
        <p:spPr>
          <a:xfrm>
            <a:off x="1547664" y="10542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94207" y="907158"/>
            <a:ext cx="8064896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9.  Write a PYTHON program to produce following design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 D 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A B C D E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10. Write a PYTHON program to produce following design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 D E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 D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 C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B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 A                      </a:t>
            </a:r>
          </a:p>
          <a:p>
            <a:pPr algn="just"/>
            <a:r>
              <a:rPr kumimoji="0" lang="en-US" sz="2400" b="1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     (If user enters n value as 5)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A1FA05-7FAD-C680-DED1-DF3C4F845553}"/>
              </a:ext>
            </a:extLst>
          </p:cNvPr>
          <p:cNvSpPr txBox="1">
            <a:spLocks/>
          </p:cNvSpPr>
          <p:nvPr/>
        </p:nvSpPr>
        <p:spPr>
          <a:xfrm>
            <a:off x="1547664" y="10542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43752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9552" y="856357"/>
            <a:ext cx="8352928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Write a PYTHON program to produce following 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1 2 3 4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1 2 3 4 5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Write a PYTHON program to produce following design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2 2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3 3 3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4 4 4 4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5 5 5 5 5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user enters n value as 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91F12A-9844-AC72-9AAE-B65FB691B977}"/>
              </a:ext>
            </a:extLst>
          </p:cNvPr>
          <p:cNvSpPr txBox="1">
            <a:spLocks/>
          </p:cNvSpPr>
          <p:nvPr/>
        </p:nvSpPr>
        <p:spPr>
          <a:xfrm>
            <a:off x="1393009" y="34482"/>
            <a:ext cx="6357982" cy="7858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itchFamily="18" charset="-127"/>
                <a:cs typeface="Times New Roman" panose="02020603050405020304" pitchFamily="18" charset="0"/>
              </a:rPr>
              <a:t>for loop - Programs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316</Words>
  <Application>Microsoft Office PowerPoint</Application>
  <PresentationFormat>On-screen Show (4:3)</PresentationFormat>
  <Paragraphs>55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Sonali</dc:creator>
  <cp:lastModifiedBy>Sonali</cp:lastModifiedBy>
  <cp:revision>1</cp:revision>
  <dcterms:created xsi:type="dcterms:W3CDTF">2026-07-24T08:55:46Z</dcterms:created>
  <dcterms:modified xsi:type="dcterms:W3CDTF">2026-07-24T08:58:14Z</dcterms:modified>
</cp:coreProperties>
</file>