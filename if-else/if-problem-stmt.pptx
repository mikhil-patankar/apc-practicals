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2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6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3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8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6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1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7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55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50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50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5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EDE92-55A0-4C19-90F0-5E36965EC3E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3317C-9BF0-4413-861B-C6033C26B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84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5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251520" y="2193659"/>
            <a:ext cx="860676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that reads a value of n and check the number is zero or non zero value.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find a largest of two numbers.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that reads the number and check the no is positive or negative.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PYTHON program to check entered character is vowel or consonant.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47664" y="836712"/>
            <a:ext cx="5704971" cy="5715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 AVERAGE PROGRAMS</a:t>
            </a:r>
          </a:p>
        </p:txBody>
      </p:sp>
    </p:spTree>
    <p:extLst>
      <p:ext uri="{BB962C8B-B14F-4D97-AF65-F5344CB8AC3E}">
        <p14:creationId xmlns:p14="http://schemas.microsoft.com/office/powerpoint/2010/main" val="39094511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179512" y="2175822"/>
            <a:ext cx="860733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evaluate the student performance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% is &gt;=90 then Excellent performance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% is &gt;=80 then  Very Good performance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% is &gt;=70 then Good performance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% is &gt;=60 then average performance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else Poor performance.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2"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find largest of three numbers.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2"/>
              <a:tabLst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Write a PYTHON program to find smallest of three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7389" y="836712"/>
            <a:ext cx="4929222" cy="5715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PROGRAMS</a:t>
            </a:r>
          </a:p>
        </p:txBody>
      </p:sp>
    </p:spTree>
    <p:extLst>
      <p:ext uri="{BB962C8B-B14F-4D97-AF65-F5344CB8AC3E}">
        <p14:creationId xmlns:p14="http://schemas.microsoft.com/office/powerpoint/2010/main" val="80543608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251520" y="1283364"/>
            <a:ext cx="8678198" cy="520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check weather number is even or odd.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check a year for leap year.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insures its drivers in the following cases: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If the driver is married.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If the driver is unmarried, male and above 30 years       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of age.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If the driver is unmarried, female and above 25 years of age.</a:t>
            </a: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 all the other cases, the driver is not insured.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Write a PYTHON program to determine whether the driver     </a:t>
            </a: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is insured or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1619672" y="373212"/>
            <a:ext cx="5769760" cy="5715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 AVERAGE PROGRAMS</a:t>
            </a:r>
          </a:p>
        </p:txBody>
      </p:sp>
    </p:spTree>
    <p:extLst>
      <p:ext uri="{BB962C8B-B14F-4D97-AF65-F5344CB8AC3E}">
        <p14:creationId xmlns:p14="http://schemas.microsoft.com/office/powerpoint/2010/main" val="139875057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Dyp</dc:creator>
  <cp:lastModifiedBy>Dyp</cp:lastModifiedBy>
  <cp:revision>1</cp:revision>
  <dcterms:created xsi:type="dcterms:W3CDTF">2026-07-22T08:46:33Z</dcterms:created>
  <dcterms:modified xsi:type="dcterms:W3CDTF">2026-07-22T08:47:00Z</dcterms:modified>
</cp:coreProperties>
</file>